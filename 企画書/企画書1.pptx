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82" autoAdjust="0"/>
    <p:restoredTop sz="94660"/>
  </p:normalViewPr>
  <p:slideViewPr>
    <p:cSldViewPr snapToGrid="0">
      <p:cViewPr varScale="1">
        <p:scale>
          <a:sx n="85" d="100"/>
          <a:sy n="85" d="100"/>
        </p:scale>
        <p:origin x="145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C52E-4964-441F-99FF-269D438445F7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9EA9-68A2-4989-BBE6-1360CAD847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1559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C52E-4964-441F-99FF-269D438445F7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9EA9-68A2-4989-BBE6-1360CAD847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5025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C52E-4964-441F-99FF-269D438445F7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9EA9-68A2-4989-BBE6-1360CAD847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48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C52E-4964-441F-99FF-269D438445F7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9EA9-68A2-4989-BBE6-1360CAD847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9925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C52E-4964-441F-99FF-269D438445F7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9EA9-68A2-4989-BBE6-1360CAD847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448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C52E-4964-441F-99FF-269D438445F7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9EA9-68A2-4989-BBE6-1360CAD847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804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C52E-4964-441F-99FF-269D438445F7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9EA9-68A2-4989-BBE6-1360CAD847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0850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C52E-4964-441F-99FF-269D438445F7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9EA9-68A2-4989-BBE6-1360CAD847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9469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C52E-4964-441F-99FF-269D438445F7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9EA9-68A2-4989-BBE6-1360CAD847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7741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C52E-4964-441F-99FF-269D438445F7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9EA9-68A2-4989-BBE6-1360CAD847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5234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C52E-4964-441F-99FF-269D438445F7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9EA9-68A2-4989-BBE6-1360CAD847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6900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BC52E-4964-441F-99FF-269D438445F7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F9EA9-68A2-4989-BBE6-1360CAD847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8419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1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4B9C46D-02FA-509B-0262-31ED9A39CD9B}"/>
              </a:ext>
            </a:extLst>
          </p:cNvPr>
          <p:cNvSpPr txBox="1"/>
          <p:nvPr/>
        </p:nvSpPr>
        <p:spPr>
          <a:xfrm>
            <a:off x="89209" y="100361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エリたま編成ジェネレーター</a:t>
            </a:r>
          </a:p>
        </p:txBody>
      </p:sp>
      <p:pic>
        <p:nvPicPr>
          <p:cNvPr id="9" name="図 8" descr="写真, モニター, ミラー, 持つ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788BE20-ADC4-36B7-5450-07EAAEFA0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11" y="4222045"/>
            <a:ext cx="1219200" cy="1219200"/>
          </a:xfrm>
          <a:prstGeom prst="rect">
            <a:avLst/>
          </a:prstGeom>
        </p:spPr>
      </p:pic>
      <p:pic>
        <p:nvPicPr>
          <p:cNvPr id="11" name="図 10" descr="絵と文字の加工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233BDB89-6A4E-B318-3223-BF46F3A41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952" y="4222045"/>
            <a:ext cx="1219200" cy="12192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491EEE5-7E9E-EA0C-01B7-5A68F7D67F3F}"/>
              </a:ext>
            </a:extLst>
          </p:cNvPr>
          <p:cNvSpPr txBox="1"/>
          <p:nvPr/>
        </p:nvSpPr>
        <p:spPr>
          <a:xfrm>
            <a:off x="6442502" y="10036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①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D99E876A-A887-71C5-EE9C-7ADA705BB23B}"/>
              </a:ext>
            </a:extLst>
          </p:cNvPr>
          <p:cNvCxnSpPr/>
          <p:nvPr/>
        </p:nvCxnSpPr>
        <p:spPr>
          <a:xfrm>
            <a:off x="89209" y="1162756"/>
            <a:ext cx="64470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A33252AF-A6F7-1D50-A081-98B39B902C68}"/>
              </a:ext>
            </a:extLst>
          </p:cNvPr>
          <p:cNvCxnSpPr/>
          <p:nvPr/>
        </p:nvCxnSpPr>
        <p:spPr>
          <a:xfrm>
            <a:off x="89209" y="2325511"/>
            <a:ext cx="64470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ECEBF99-8F23-27C3-5F55-C43FC12407E7}"/>
              </a:ext>
            </a:extLst>
          </p:cNvPr>
          <p:cNvSpPr txBox="1"/>
          <p:nvPr/>
        </p:nvSpPr>
        <p:spPr>
          <a:xfrm>
            <a:off x="1605424" y="1559468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ここに選択したエイリアンが並ぶ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CAC9ED0-80F3-0916-7066-6D74F7334EE6}"/>
              </a:ext>
            </a:extLst>
          </p:cNvPr>
          <p:cNvSpPr txBox="1"/>
          <p:nvPr/>
        </p:nvSpPr>
        <p:spPr>
          <a:xfrm>
            <a:off x="127085" y="364066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エイリアン一覧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DAA13AA-447D-16D0-581F-202F5097254F}"/>
              </a:ext>
            </a:extLst>
          </p:cNvPr>
          <p:cNvSpPr txBox="1"/>
          <p:nvPr/>
        </p:nvSpPr>
        <p:spPr>
          <a:xfrm>
            <a:off x="2504171" y="3640667"/>
            <a:ext cx="16171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検索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C89FF0F-F5A8-33B5-F2B1-DD06145E258B}"/>
              </a:ext>
            </a:extLst>
          </p:cNvPr>
          <p:cNvSpPr txBox="1"/>
          <p:nvPr/>
        </p:nvSpPr>
        <p:spPr>
          <a:xfrm>
            <a:off x="5119234" y="3629337"/>
            <a:ext cx="110799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絞り込む</a:t>
            </a:r>
          </a:p>
        </p:txBody>
      </p:sp>
      <p:pic>
        <p:nvPicPr>
          <p:cNvPr id="21" name="図 20" descr="ミラー, 車のミラー, モニター, 異な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7874333-8F28-A6A2-D814-A176DA4E09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793" y="4222045"/>
            <a:ext cx="1219200" cy="1219200"/>
          </a:xfrm>
          <a:prstGeom prst="rect">
            <a:avLst/>
          </a:prstGeom>
        </p:spPr>
      </p:pic>
      <p:pic>
        <p:nvPicPr>
          <p:cNvPr id="23" name="図 22" descr="モニター, 写真, 画面, 電話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FBD2234-A01E-FDBF-98B0-99ADE6C15A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634" y="4222045"/>
            <a:ext cx="1219200" cy="1219200"/>
          </a:xfrm>
          <a:prstGeom prst="rect">
            <a:avLst/>
          </a:prstGeom>
        </p:spPr>
      </p:pic>
      <p:pic>
        <p:nvPicPr>
          <p:cNvPr id="25" name="図 24" descr="いっぱい, ミラー, カラフル, 車のミラー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FA958A0-E91C-B51E-1D03-4320FAEF21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11" y="5779911"/>
            <a:ext cx="1219200" cy="1219200"/>
          </a:xfrm>
          <a:prstGeom prst="rect">
            <a:avLst/>
          </a:prstGeom>
        </p:spPr>
      </p:pic>
      <p:pic>
        <p:nvPicPr>
          <p:cNvPr id="27" name="図 26" descr="ミラー, 車のミラー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5463C01-9F38-4D54-1EDB-D15D68AACF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952" y="5779911"/>
            <a:ext cx="1219200" cy="1219200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EB67E28-11AF-6D44-0BEF-EE06C88EF46B}"/>
              </a:ext>
            </a:extLst>
          </p:cNvPr>
          <p:cNvSpPr txBox="1"/>
          <p:nvPr/>
        </p:nvSpPr>
        <p:spPr>
          <a:xfrm>
            <a:off x="1318269" y="7891897"/>
            <a:ext cx="4221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・各エイリアンのアイコンの下に名前</a:t>
            </a: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3800B0A4-DA4F-F7BA-811B-8179210EA9F7}"/>
              </a:ext>
            </a:extLst>
          </p:cNvPr>
          <p:cNvCxnSpPr>
            <a:cxnSpLocks/>
          </p:cNvCxnSpPr>
          <p:nvPr/>
        </p:nvCxnSpPr>
        <p:spPr>
          <a:xfrm flipH="1" flipV="1">
            <a:off x="1422215" y="5325154"/>
            <a:ext cx="2325443" cy="62012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7267D11-542D-7341-963A-8E5565EA0017}"/>
              </a:ext>
            </a:extLst>
          </p:cNvPr>
          <p:cNvSpPr txBox="1"/>
          <p:nvPr/>
        </p:nvSpPr>
        <p:spPr>
          <a:xfrm>
            <a:off x="4007557" y="5945283"/>
            <a:ext cx="2675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アイコンをクリックすると編成される</a:t>
            </a:r>
          </a:p>
        </p:txBody>
      </p:sp>
    </p:spTree>
    <p:extLst>
      <p:ext uri="{BB962C8B-B14F-4D97-AF65-F5344CB8AC3E}">
        <p14:creationId xmlns:p14="http://schemas.microsoft.com/office/powerpoint/2010/main" val="3266266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0A604-191D-8D4A-CC95-185686DCF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F863D24-099D-3D3D-2989-C874CC2FAEFE}"/>
              </a:ext>
            </a:extLst>
          </p:cNvPr>
          <p:cNvSpPr txBox="1"/>
          <p:nvPr/>
        </p:nvSpPr>
        <p:spPr>
          <a:xfrm>
            <a:off x="89209" y="100361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エリたま編成ジェネレーター</a:t>
            </a:r>
          </a:p>
        </p:txBody>
      </p:sp>
      <p:pic>
        <p:nvPicPr>
          <p:cNvPr id="9" name="図 8" descr="写真, モニター, ミラー, 持つ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A8F102A-B6F6-749B-EB94-73B3E92C3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11" y="4222045"/>
            <a:ext cx="1219200" cy="1219200"/>
          </a:xfrm>
          <a:prstGeom prst="rect">
            <a:avLst/>
          </a:prstGeom>
        </p:spPr>
      </p:pic>
      <p:pic>
        <p:nvPicPr>
          <p:cNvPr id="11" name="図 10" descr="絵と文字の加工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E34D2575-3F9C-F3BC-872D-ACC51700B8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952" y="4222045"/>
            <a:ext cx="1219200" cy="12192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CA46A52-2545-4FA5-A117-F81ABDE59C62}"/>
              </a:ext>
            </a:extLst>
          </p:cNvPr>
          <p:cNvSpPr txBox="1"/>
          <p:nvPr/>
        </p:nvSpPr>
        <p:spPr>
          <a:xfrm>
            <a:off x="6442502" y="10036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②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93B0984-F379-13A5-5FCB-0C20A45D8885}"/>
              </a:ext>
            </a:extLst>
          </p:cNvPr>
          <p:cNvCxnSpPr/>
          <p:nvPr/>
        </p:nvCxnSpPr>
        <p:spPr>
          <a:xfrm>
            <a:off x="89209" y="1162756"/>
            <a:ext cx="64470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38DE9044-AA8D-05B2-9706-220390CD886E}"/>
              </a:ext>
            </a:extLst>
          </p:cNvPr>
          <p:cNvCxnSpPr/>
          <p:nvPr/>
        </p:nvCxnSpPr>
        <p:spPr>
          <a:xfrm>
            <a:off x="89209" y="2325511"/>
            <a:ext cx="64470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0A9C863-A77B-A7F9-2EFF-9F7EC47B6CC6}"/>
              </a:ext>
            </a:extLst>
          </p:cNvPr>
          <p:cNvSpPr txBox="1"/>
          <p:nvPr/>
        </p:nvSpPr>
        <p:spPr>
          <a:xfrm>
            <a:off x="127085" y="364066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エイリアン一覧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FA77C0D-72F1-707B-C036-B02C5D32E865}"/>
              </a:ext>
            </a:extLst>
          </p:cNvPr>
          <p:cNvSpPr txBox="1"/>
          <p:nvPr/>
        </p:nvSpPr>
        <p:spPr>
          <a:xfrm>
            <a:off x="2504171" y="3640667"/>
            <a:ext cx="16171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検索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922F649-9E6B-2260-12CF-A289AC46395E}"/>
              </a:ext>
            </a:extLst>
          </p:cNvPr>
          <p:cNvSpPr txBox="1"/>
          <p:nvPr/>
        </p:nvSpPr>
        <p:spPr>
          <a:xfrm>
            <a:off x="5119234" y="3629337"/>
            <a:ext cx="110799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絞り込む</a:t>
            </a:r>
          </a:p>
        </p:txBody>
      </p:sp>
      <p:pic>
        <p:nvPicPr>
          <p:cNvPr id="21" name="図 20" descr="ミラー, 車のミラー, モニター, 異な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D911F48-5F39-6986-B22D-75BEFBD38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793" y="4222045"/>
            <a:ext cx="1219200" cy="1219200"/>
          </a:xfrm>
          <a:prstGeom prst="rect">
            <a:avLst/>
          </a:prstGeom>
        </p:spPr>
      </p:pic>
      <p:pic>
        <p:nvPicPr>
          <p:cNvPr id="23" name="図 22" descr="モニター, 写真, 画面, 電話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BA2A257-7859-056F-6919-0B666D3CEA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634" y="4222045"/>
            <a:ext cx="1219200" cy="1219200"/>
          </a:xfrm>
          <a:prstGeom prst="rect">
            <a:avLst/>
          </a:prstGeom>
        </p:spPr>
      </p:pic>
      <p:pic>
        <p:nvPicPr>
          <p:cNvPr id="25" name="図 24" descr="いっぱい, ミラー, カラフル, 車のミラー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8D9B78C-2E75-7FB0-86F5-FAAEC01D23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11" y="5779911"/>
            <a:ext cx="1219200" cy="1219200"/>
          </a:xfrm>
          <a:prstGeom prst="rect">
            <a:avLst/>
          </a:prstGeom>
        </p:spPr>
      </p:pic>
      <p:pic>
        <p:nvPicPr>
          <p:cNvPr id="27" name="図 26" descr="ミラー, 車のミラー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8FE3E96-F3DC-96AF-54FA-4BAD4D669D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952" y="5779911"/>
            <a:ext cx="1219200" cy="1219200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EE80C69-174A-F74F-A84C-5AC1DFD73D1A}"/>
              </a:ext>
            </a:extLst>
          </p:cNvPr>
          <p:cNvSpPr txBox="1"/>
          <p:nvPr/>
        </p:nvSpPr>
        <p:spPr>
          <a:xfrm>
            <a:off x="720737" y="8060664"/>
            <a:ext cx="5107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・アイコンをもう一回クリックすると編成解除</a:t>
            </a:r>
          </a:p>
        </p:txBody>
      </p:sp>
      <p:pic>
        <p:nvPicPr>
          <p:cNvPr id="2" name="図 1" descr="写真, モニター, ミラー, 持つ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46BB48A-226D-FA7D-4BAF-40B9B61AE8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72" y="1115199"/>
            <a:ext cx="1219200" cy="12192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A16489B-0EAC-BC83-49D7-096AB18852DA}"/>
              </a:ext>
            </a:extLst>
          </p:cNvPr>
          <p:cNvSpPr txBox="1"/>
          <p:nvPr/>
        </p:nvSpPr>
        <p:spPr>
          <a:xfrm>
            <a:off x="439129" y="4646979"/>
            <a:ext cx="8771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編成中</a:t>
            </a: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5E41C666-E4B7-61EF-FFB4-EA34BA8EB036}"/>
              </a:ext>
            </a:extLst>
          </p:cNvPr>
          <p:cNvCxnSpPr/>
          <p:nvPr/>
        </p:nvCxnSpPr>
        <p:spPr>
          <a:xfrm flipH="1" flipV="1">
            <a:off x="1487311" y="5305778"/>
            <a:ext cx="2827682" cy="1038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88ABADD-D4A0-C692-E697-0C799EBAAF3C}"/>
              </a:ext>
            </a:extLst>
          </p:cNvPr>
          <p:cNvSpPr txBox="1"/>
          <p:nvPr/>
        </p:nvSpPr>
        <p:spPr>
          <a:xfrm>
            <a:off x="4365010" y="6389511"/>
            <a:ext cx="2408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編成中の表示をだす。</a:t>
            </a:r>
            <a:br>
              <a:rPr kumimoji="1" lang="en-US" altLang="ja-JP" dirty="0"/>
            </a:br>
            <a:r>
              <a:rPr kumimoji="1" lang="ja-JP" altLang="en-US" dirty="0"/>
              <a:t>同じエイリアンは編成できない。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524DC16-B030-3554-EB1A-D5F251EF0F3D}"/>
              </a:ext>
            </a:extLst>
          </p:cNvPr>
          <p:cNvSpPr txBox="1"/>
          <p:nvPr/>
        </p:nvSpPr>
        <p:spPr>
          <a:xfrm>
            <a:off x="720645" y="8530753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・編成した時点で要求が表示される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1DB00DC-DBFF-6EF1-F83A-C1F15EF6E7B1}"/>
              </a:ext>
            </a:extLst>
          </p:cNvPr>
          <p:cNvSpPr txBox="1"/>
          <p:nvPr/>
        </p:nvSpPr>
        <p:spPr>
          <a:xfrm>
            <a:off x="127085" y="28254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要求</a:t>
            </a:r>
          </a:p>
        </p:txBody>
      </p:sp>
      <p:pic>
        <p:nvPicPr>
          <p:cNvPr id="20" name="図 19" descr="挿絵, 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78C21E7-236F-5F5A-72B5-82368ACBB70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411" y="2304955"/>
            <a:ext cx="685800" cy="609600"/>
          </a:xfrm>
          <a:prstGeom prst="rect">
            <a:avLst/>
          </a:prstGeom>
        </p:spPr>
      </p:pic>
      <p:pic>
        <p:nvPicPr>
          <p:cNvPr id="24" name="図 23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7027E51-5E97-EC0A-F850-A82603AAB79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411" y="2872222"/>
            <a:ext cx="685800" cy="609600"/>
          </a:xfrm>
          <a:prstGeom prst="rect">
            <a:avLst/>
          </a:prstGeom>
        </p:spPr>
      </p:pic>
      <p:pic>
        <p:nvPicPr>
          <p:cNvPr id="29" name="図 28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70EA5D5-A39D-CED9-BE68-0B076F3B01E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16" y="462866"/>
            <a:ext cx="465351" cy="413645"/>
          </a:xfrm>
          <a:prstGeom prst="rect">
            <a:avLst/>
          </a:prstGeom>
        </p:spPr>
      </p:pic>
      <p:pic>
        <p:nvPicPr>
          <p:cNvPr id="31" name="図 30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73ED8E2-9A8D-6245-FD94-68F7E50DE7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28" y="441281"/>
            <a:ext cx="495727" cy="440646"/>
          </a:xfrm>
          <a:prstGeom prst="rect">
            <a:avLst/>
          </a:prstGeom>
        </p:spPr>
      </p:pic>
      <p:pic>
        <p:nvPicPr>
          <p:cNvPr id="35" name="図 34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C1C471A-3554-2B13-249B-FEEC7F94952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45" y="777955"/>
            <a:ext cx="496646" cy="441463"/>
          </a:xfrm>
          <a:prstGeom prst="rect">
            <a:avLst/>
          </a:prstGeom>
        </p:spPr>
      </p:pic>
      <p:pic>
        <p:nvPicPr>
          <p:cNvPr id="37" name="図 36" descr="挿絵, 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29265FB-8EF9-4CE5-593C-FFC0AAF2BB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252" y="780955"/>
            <a:ext cx="469900" cy="417689"/>
          </a:xfrm>
          <a:prstGeom prst="rect">
            <a:avLst/>
          </a:prstGeom>
        </p:spPr>
      </p:pic>
      <p:pic>
        <p:nvPicPr>
          <p:cNvPr id="39" name="図 38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969E314-1428-A8E0-D4A4-76E9B511575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263" y="404679"/>
            <a:ext cx="515056" cy="457828"/>
          </a:xfrm>
          <a:prstGeom prst="rect">
            <a:avLst/>
          </a:prstGeom>
        </p:spPr>
      </p:pic>
      <p:pic>
        <p:nvPicPr>
          <p:cNvPr id="41" name="図 40" descr="挿絵, 抽象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C927057-A180-5DFD-EB5E-A30A2F31634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18" y="423475"/>
            <a:ext cx="494894" cy="439906"/>
          </a:xfrm>
          <a:prstGeom prst="rect">
            <a:avLst/>
          </a:prstGeom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356A71A5-0B9B-005C-50A7-43B8D7AABD27}"/>
              </a:ext>
            </a:extLst>
          </p:cNvPr>
          <p:cNvSpPr txBox="1"/>
          <p:nvPr/>
        </p:nvSpPr>
        <p:spPr>
          <a:xfrm>
            <a:off x="720645" y="9052087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・編成したキャラの基本情報を上に表示、要求を下に表示</a:t>
            </a:r>
          </a:p>
        </p:txBody>
      </p:sp>
    </p:spTree>
    <p:extLst>
      <p:ext uri="{BB962C8B-B14F-4D97-AF65-F5344CB8AC3E}">
        <p14:creationId xmlns:p14="http://schemas.microsoft.com/office/powerpoint/2010/main" val="13095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197</Words>
  <Application>Microsoft Office PowerPoint</Application>
  <PresentationFormat>ワイド画面</PresentationFormat>
  <Paragraphs>19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NISHITANI Haruki</dc:creator>
  <cp:lastModifiedBy>NISHITANI Haruki</cp:lastModifiedBy>
  <cp:revision>2</cp:revision>
  <dcterms:created xsi:type="dcterms:W3CDTF">2025-09-02T05:19:05Z</dcterms:created>
  <dcterms:modified xsi:type="dcterms:W3CDTF">2025-09-02T05:52:23Z</dcterms:modified>
</cp:coreProperties>
</file>